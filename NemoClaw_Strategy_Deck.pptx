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NemoClaw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Software Delivery Strategy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Algorithm + Metric Framework for Enterprise IT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3200400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NVIDIA NemoClaw (open-source alpha, March 2026)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 Huang GTC 2026 thesis · 5-phase delivery algorithm · 12 measurable metrics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Jensen’s Thesis: The Implicit Algorithm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company needs an OpenClaw strategy — this is the operating system of agentic computers.”  — Jensen Huang, GTC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≠ Chatbots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plan, use tools, and execute multi-step workflows. OpenClaw made this trivially easy — fastest-growing open-source project in computing history.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8229600" cy="7772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67128"/>
            <a:ext cx="502920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6712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Paradox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easier it is to build agents, the harder to deploy safely. Every useful capability is also a remote code execution surface.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8229600" cy="7772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54096"/>
            <a:ext cx="502920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5409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3127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Layer = Runtime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4015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model quality — it’s runtime governance: isolation, policy, audit. The same class of problem OS solved 50 years ago. NemoClaw is that runtime.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8229600" cy="7772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41064"/>
            <a:ext cx="502920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4106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" y="4014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 Goes Beneath All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2885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(Anthropic, OpenAI, Gemini, Ollama, vLLM). Framework-agnostic. Control the runtime, own the trust relationship.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 from NemoClaw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principle maps to a specific kernel-level capability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Sandbox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14447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inside OpenShell with Landlock filesystem, seccomp syscall filtering, and network namespace isolation. Kernel-level, not app-level.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1353312"/>
            <a:ext cx="1920240" cy="36576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Landlock · seccomp · netns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Precedes Capability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234440" y="24048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deny-all-by-default YAML policy is the first artifact. Sandbox cannot start without it. Egress, filesystem, syscalls all declared upfront.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83680" y="2313432"/>
            <a:ext cx="1920240" cy="36576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0" y="2313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openclaw-sandbox.yaml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 Never Enter Sandbox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234440" y="336499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inference.local; OpenShell routes to provider. API keys stay on host in ~/.nemoclaw/credentials.json.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83680" y="3273552"/>
            <a:ext cx="1920240" cy="36576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24" name="Text 19"/>
          <p:cNvSpPr/>
          <p:nvPr/>
        </p:nvSpPr>
        <p:spPr>
          <a:xfrm>
            <a:off x="658368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Gateway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4050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Approval at Runtime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234440" y="43251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network requests blocked and surfaced in operator TUI for real-time approve/deny. Human-in-the-loop enforced by architecture.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583680" y="4233672"/>
            <a:ext cx="1920240" cy="36576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30" name="Text 24"/>
          <p:cNvSpPr/>
          <p:nvPr/>
        </p:nvSpPr>
        <p:spPr>
          <a:xfrm>
            <a:off x="658368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TUI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Algorithm: Proposal → Production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NemoClaw’s 4 components: Plugin (CLI) · Blueprint (orchestrator) · Sandbox (OpenShell) · Inference Gateway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463040" cy="128016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73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YAMLs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register, capability heatmap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38528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3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234440"/>
            <a:ext cx="1463040" cy="128016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03120" y="1234440"/>
            <a:ext cx="146304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1673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nemoclaw onboard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456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Agent-drafted proposal + audit log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84448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3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234440"/>
            <a:ext cx="1463040" cy="128016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234440"/>
            <a:ext cx="14630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0480" y="1673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Lab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nemoclaw connect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4048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prototype, test suites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30368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3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1234440"/>
            <a:ext cx="1463040" cy="128016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1234440"/>
            <a:ext cx="146304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1673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openshell policy set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integration, SIEM forward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76288" y="1691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3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1234440"/>
            <a:ext cx="1463040" cy="128016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40880" y="123444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132320" y="1673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agents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323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agent, compliance agent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uses NemoClaw CLI (nemoclaw onboard, connect, export) and custom policy YAMLs.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outputs go to /sandbox/ directories — humans merge to production via standard Git workflows.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474720"/>
            <a:ext cx="8229600" cy="7772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474720"/>
            <a:ext cx="64008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520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Value Proposition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" y="37673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is open-source infrastructure. The durable competitive position is: “We design, deploy, and operate the governed runtime where agents execute.” Any developer can build an agent. Few can answer compliance, security, and operational questions for production with client data.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0–1: Discovery → Governed Proposal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886200" cy="34747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38862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0: Discovery &amp; Guardrails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F0F5"/>
                </a:solidFill>
              </a:rPr>
              <a:t>No agents executing. Human architects design governance.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Inputs: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8FA3"/>
                </a:solidFill>
              </a:rPr>
              <a:t>Client SDLC inventory, compliance matrix, data classification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0F0F5"/>
                </a:solidFill>
              </a:rPr>
              <a:t>Key Activities: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Classify data (PII, PHI, financial, public) per system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Draft custom openclaw-sandbox.yaml per use case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Define blast radius: data exposure, system scope, action surface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Map human roles: policy approver, domain SME, operator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Outputs: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8FA3"/>
                </a:solidFill>
              </a:rPr>
              <a:t>Policy YAMLs, capability heatmap, risk register with NemoClaw controls mapped to each threat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3886200" cy="34747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22960"/>
            <a:ext cx="3886200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Proposal &amp; Solution Outline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2801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0F0F5"/>
                </a:solidFill>
              </a:rPr>
              <a:t>First agents execute inside a restricted sandbox.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NemoClaw Commands:
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nemoclaw onboard --name proposal-{client}
nemoclaw connect
nemoclaw export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0F0F5"/>
                </a:solidFill>
              </a:rPr>
              <a:t>Agents: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Proposal Architect: RFP → structured requirements, option analysis, T-shirt sizing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Risk Assessor: compliance flags, threat scenarios, escalates via TUI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Policy: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8FA3"/>
                </a:solidFill>
              </a:rPr>
              <a:t>Egress: inference.local + knowledge base only. No client prod data. No pricing/CRM. All actions logged.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Agent Lab → Validated MVP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886200" cy="14173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141732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code in /sandbox/{repo}/output/. Cannot modify /src/ directly. Human merges. Seccomp blocks sudo/root.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868680"/>
            <a:ext cx="3886200" cy="14173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868680"/>
            <a:ext cx="54864" cy="14173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Agent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0" y="1463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runs tests. Reports coverage to coverage.json. Cannot modify source or agent output files.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468880"/>
            <a:ext cx="3886200" cy="14173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468880"/>
            <a:ext cx="54864" cy="141732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17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 Agent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85800" y="3063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API docs, ADRs, runbooks from source + tests. Writes to /docs/ only. Cannot modify code files.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00600" y="2468880"/>
            <a:ext cx="3886200" cy="14173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2468880"/>
            <a:ext cx="54864" cy="14173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517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Agent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0" y="3063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across all repos. Scans for PII, policy violations, architecture drift. Alerts via operator TUI.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Mechanisms: Landlock (per-repo write isolation) · seccomp (blocks sudo, ptrace, mount) · netns (inference.local + package registries only) · OpenShell gateway (routes inference, holds credentials on host) · Operator TUI (governance alerts surface for human triage)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3–4: Scale-Out → Continuous Ops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886200" cy="34747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3886200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Enterprise Scale-Out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F0F5"/>
                </a:solidFill>
              </a:rPr>
              <a:t>Production: one sandbox per domain/product line.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CI/CD Integration: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Agent-generated PRs require “human-approved” label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Governance agent deep-scans every PR diff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Deployment provenance: which agents, which humans, which policy version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Observability (SI fills the gap):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OpenShell audit logs → client SIEM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Inference gateway logs → monitoring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Dashboards: agent activity, policy health, human oversight, quality delta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Identity: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Client SSO for TUI, per-sandbox service accounts, full audit attribution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3886200" cy="34747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22960"/>
            <a:ext cx="38862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Operate &amp; Improve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2801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F0F5"/>
                </a:solidFill>
              </a:rPr>
              <a:t>Always-on agents in dedicated sandboxes.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SRE Agent: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Monitors prod metrics (read-only via approved API)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Correlates across services in seconds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Executes pre-approved runbook steps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Escalates to human SRE for anything outside policy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Compliance Agent: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Continuous scanning (read-only)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• Detects policy drift, PII in logs, unauthorized deps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Monthly Review: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8FA3"/>
                </a:solidFill>
              </a:rPr>
              <a:t>Policy tuning (openshell policy set), capability evolution, model updates, cost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Metrics: Developer Productivity &amp; Quality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Anti-vanity: maps to DORA metrics, instrumented from Git + NemoClaw audit logs, statistically validated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609344" cy="23774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1609344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Agent-Drafted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merged PR lines first-drafted by agents. Paired t-test, p&lt;0.05.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20824" y="1097280"/>
            <a:ext cx="1609344" cy="23774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20824" y="1097280"/>
            <a:ext cx="1609344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2020824" y="12801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25–40%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12264" y="18745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12264" y="237744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merged PR. DORA Metric #1. Mann-Whitney U, n≥30.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67328" y="1097280"/>
            <a:ext cx="1609344" cy="23774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7328" y="1097280"/>
            <a:ext cx="1609344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12801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15–30%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58768" y="18745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Failure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Reduction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58768" y="237744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 #3. Agent code + agent tests → fewer rollbacks.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13832" y="1097280"/>
            <a:ext cx="1609344" cy="23774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13832" y="1097280"/>
            <a:ext cx="1609344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4" name="Text 22"/>
          <p:cNvSpPr/>
          <p:nvPr/>
        </p:nvSpPr>
        <p:spPr>
          <a:xfrm>
            <a:off x="5513832" y="12801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05272" y="18745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Cycle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Reduction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05272" y="237744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Pre-scanned by governance agent. Reviewer focuses on logic.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60336" y="1097280"/>
            <a:ext cx="1609344" cy="23774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60336" y="1097280"/>
            <a:ext cx="1609344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9" name="Text 27"/>
          <p:cNvSpPr/>
          <p:nvPr/>
        </p:nvSpPr>
        <p:spPr>
          <a:xfrm>
            <a:off x="7260336" y="12801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+15–25pp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51776" y="187452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Coverage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51776" y="237744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in pilot repos. Validated with mutation testing.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map to existing C-suite frameworks (DORA, risk posture, financial performance). No “tokens consumed” or “prompts used” — those measure activity, not outcomes.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Metrics: Risk/Security + Business Outcomes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886200" cy="33832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3886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Security (3 Metrics)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Violations Blocked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50–200/week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events in OpenShell audit log. The #1 CISO metric. “Last week, 47 egress attempts, 12 filesystem violations, 3 prompt injections. Zero reached production.”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MTTR (P1/P2)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−20–40%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correlates cross-service in seconds vs. minutes. Permutation test, n≥15 incidents.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Exposure Events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108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&lt;1/sprint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 scans every output before human review. Baseline: 3–8 per sprint.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822960"/>
            <a:ext cx="3886200" cy="338328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822960"/>
            <a:ext cx="3886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Outcomes (4 Metrics)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280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→ MVP Cycle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−30–50%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from kickoff to first demo. Proposal agent: 90 sec vs. 2–3 days.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83480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Auto-Generated Tests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258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 cases authored by test_agent. Mutation testing validates effectiveness.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2779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 Automation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2779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0083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steps the SRE agent executes autonomously under policy.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Feature Point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−15–25%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758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delivery cost / function points. Regression analysis controlling for complexity.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Architectures (Vendor-Agnostic)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822960"/>
            <a:ext cx="2606040" cy="30175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822960"/>
            <a:ext cx="260604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Per-Product Sandbox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417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line gets its own NemoClaw sandbox with tailored policy YAML. Different products can use different inference providers (Anthropic, OpenAI, local Nemotron). Security incident in Product A cannot affect Product B.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25603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enterprises with distinct product lines and different compliance requirements.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0080" y="3337560"/>
            <a:ext cx="2331720" cy="27432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nemoclaw onboard per product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91840" y="822960"/>
            <a:ext cx="2606040" cy="30175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822960"/>
            <a:ext cx="260604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058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4048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Agent Platform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29000" y="1417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team manages NemoClaw infrastructure. Each LoB gets a namespace (separate sandbox). Shared inference gateway enables centralized cost tracking and model governance. Policy versioning tracked in Git.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429000" y="25603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42900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lines of business wanting to amortize platform costs and aggregate model vendor usage.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429000" y="3337560"/>
            <a:ext cx="2331720" cy="27432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23" name="Text 19"/>
          <p:cNvSpPr/>
          <p:nvPr/>
        </p:nvSpPr>
        <p:spPr>
          <a:xfrm>
            <a:off x="342900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gateway + per-LoB sandboxes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080760" y="822960"/>
            <a:ext cx="2606040" cy="30175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0760" y="822960"/>
            <a:ext cx="260604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29400" y="1005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Air-Gapped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17920" y="1417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Zero-egress. Local vLLM or Ollama hosting Nemotron/Llama. No data leaves client network. Switching from cloud API to local model requires only an inference profile change, not a platform rewrite.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217920" y="25603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use: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21792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industries: banking, healthcare, defense, government (ITAR/HIPAA/PCI-DSS).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6217920" y="3337560"/>
            <a:ext cx="2331720" cy="274320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32" name="Text 27"/>
          <p:cNvSpPr/>
          <p:nvPr/>
        </p:nvSpPr>
        <p:spPr>
          <a:xfrm>
            <a:off x="621792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openshell inference set local-vllm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architectures use identical NemoClaw sandbox, policy, and audit mechanisms. Switching inference backend requires only a profile change.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Services Firms Monetize This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731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731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731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0515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Readiness Assessment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0515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analysis, policy YAML design, capability heatmap, risk register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 ($150–300K)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490472"/>
            <a:ext cx="8229600" cy="438912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4904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Lab Build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14904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1490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NemoClaw, configure agents, establish pilot metrics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0" y="1490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T&amp;M or sprint packages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1929384"/>
            <a:ext cx="8229600" cy="438912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1929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Build-Operate-Transfer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192938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19293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builds &amp; operates agent platform; transfers over 6–12 months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0" y="1929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+ declining MSF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368296"/>
            <a:ext cx="8229600" cy="438912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3682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Agent Operations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36829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23682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policy tuning, model updates, compliance, incident response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2368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per-sandbox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807208"/>
            <a:ext cx="8229600" cy="438912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8072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Advisory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28072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0" y="28072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audits, threat modeling, compliance evidence, upgrade mgmt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0" y="28072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/ per-audit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246120"/>
            <a:ext cx="8229600" cy="438912"/>
          </a:xfrm>
          <a:prstGeom prst="rect">
            <a:avLst/>
          </a:prstGeom>
          <a:solidFill>
            <a:srgbClr val="16183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246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Gap Closure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0" y="32461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0" y="3246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SIEM integration, dashboards — filling NemoClaw’s alpha gaps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58000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support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822192"/>
            <a:ext cx="8229600" cy="45720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382219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3849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Strategic: NemoClaw is alpha. It “lacks observability, rollback, and cross-system reasoning enterprises need.” The SI that builds this layer owns a defensible position that persists as NemoClaw matures.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2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Agentic Delivery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C-Suite Demo: 15-Minute Storyline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938528" cy="28346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731520"/>
            <a:ext cx="193852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503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select vertical, run agent in NemoClaw sandbox. Show real-time streaming, then switch to Security panel — 4 isolation layers active, blocked shell injection, allowed package installs.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agent wrote production code in 60 seconds. Every unsafe action was blocked and logged.”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51176" y="731520"/>
            <a:ext cx="1938528" cy="28346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51176" y="731520"/>
            <a:ext cx="1938528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2642616" y="8503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42616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ROI Calculator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13716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Input-driven: adjust team size, switch verticals. Show Annual Savings, Productivity Multiplier, Payback Period, Hours Reclaimed updating in real-time.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42616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5-month payback with 5,760 hours reclaimed/year for a 10-person team.”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45152" y="731520"/>
            <a:ext cx="1938528" cy="28346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731520"/>
            <a:ext cx="193852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8503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6592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Operations 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13716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scenario: 2:47 AM production alert. SRE agent correlates across 3 services in 12 seconds, executes approved runbook step, resolves incident in 14 min. Human reviews RCA over coffee.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3659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agent resolved a P1 using pre-approved actions, inside a read-only sandbox, with a complete audit trail.”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39128" y="731520"/>
            <a:ext cx="1938528" cy="283464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39128" y="731520"/>
            <a:ext cx="1938528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8503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30568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0568" y="13716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pilot proposal: 2 product teams. Deliverables: policy YAMLs, working Agent Lab, metrics dashboard (lead time, change failure rate, violations blocked). If numbers don’t hold, governance frameworks still apply.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0568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question is whether you will govern agent activity or ignore it.”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11122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step: 90-day pilot with 2 product teams. Deliverables: policy YAMLs, working Agent Lab, metrics dashboard. If the numbers don’t hold, governance frameworks still apply regardless of platform.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NemoClaw Agentic Delivery Strategy</dc:title>
  <dc:subject>PptxGenJS Presentation</dc:subject>
  <dc:creator>ACL Strategy Team</dc:creator>
  <cp:lastModifiedBy>ACL Strategy Team</cp:lastModifiedBy>
  <cp:revision>1</cp:revision>
  <dcterms:created xsi:type="dcterms:W3CDTF">2026-03-26T16:39:15Z</dcterms:created>
  <dcterms:modified xsi:type="dcterms:W3CDTF">2026-03-26T16:39:15Z</dcterms:modified>
</cp:coreProperties>
</file>